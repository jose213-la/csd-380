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6" r:id="rId3"/>
    <p:sldId id="268" r:id="rId4"/>
    <p:sldId id="267" r:id="rId5"/>
    <p:sldId id="271" r:id="rId6"/>
    <p:sldId id="261" r:id="rId7"/>
    <p:sldId id="269" r:id="rId8"/>
    <p:sldId id="270" r:id="rId9"/>
    <p:sldId id="264" r:id="rId10"/>
    <p:sldId id="265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38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58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7538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26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784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83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055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25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77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44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53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0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re.google/workbook/on-ca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9F8A656C-0806-4677-A38B-DA5DF0F3C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7D48937E-8C1B-8E56-15F4-11F967E470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610" r="-1" b="3424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BEF8C6D-8BB3-473A-9607-D7381CC5C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3859952" cy="5215839"/>
          </a:xfrm>
          <a:prstGeom prst="roundRect">
            <a:avLst>
              <a:gd name="adj" fmla="val 2654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29C6D-A858-DCD1-B451-16480E25C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219" y="795509"/>
            <a:ext cx="3507023" cy="3011340"/>
          </a:xfrm>
        </p:spPr>
        <p:txBody>
          <a:bodyPr>
            <a:normAutofit/>
          </a:bodyPr>
          <a:lstStyle/>
          <a:p>
            <a:r>
              <a:rPr lang="en-US" sz="5000"/>
              <a:t>Pager Rotation Duties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29F3A-FD44-AE46-D827-99E26838A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6219" y="3898924"/>
            <a:ext cx="3507023" cy="1777878"/>
          </a:xfrm>
        </p:spPr>
        <p:txBody>
          <a:bodyPr>
            <a:normAutofit/>
          </a:bodyPr>
          <a:lstStyle/>
          <a:p>
            <a:r>
              <a:rPr lang="en-US" dirty="0"/>
              <a:t>Jose Flores</a:t>
            </a:r>
          </a:p>
          <a:p>
            <a:r>
              <a:rPr lang="en-US" dirty="0"/>
              <a:t>11/28/2025</a:t>
            </a:r>
          </a:p>
          <a:p>
            <a:r>
              <a:rPr lang="en-US" dirty="0"/>
              <a:t>DevOps: M – 7.2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AE9ADF75-5F35-4ED5-BCC5-F91FC616F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26218" y="830591"/>
            <a:ext cx="2987899" cy="2987899"/>
          </a:xfrm>
          <a:prstGeom prst="arc">
            <a:avLst>
              <a:gd name="adj1" fmla="val 16200000"/>
              <a:gd name="adj2" fmla="val 114657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04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69103B5D-E204-A2A8-6432-4BA7C79D1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11" r="28263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7DE17-B94C-CF2C-835E-449E020F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What Is Pager Rotation?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37AB2-6DE1-60EE-955B-69158723F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Team members take turns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being “on call”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If something breaks, the on-call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person gets an alert.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They respond quickly to fix the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problem.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Makes sure someone is always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available to help.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89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E7ECAAA3-555B-8335-A599-C9EB50E916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19" r="17195" b="-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2CDF9-19D2-1868-308D-5BB8F4CC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Why Pager Rotation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68222-734A-EE0B-94B4-97B581E02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Helps teams see what really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happens in production.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Developers learn how their code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works in real life.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Problems get fixed faster.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Everyone shares the 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responsibility, not just Ops.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47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B8AAB-2519-67FE-0A49-8FE0E65D7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09" r="32365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E9EDA-94AD-3DF0-0DA2-7671B0F3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What the Textbook Says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EBF0C-2A17-9534-B5D0-C933E7FFB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Dev and Ops should both take 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-call shifts.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Stops Ops from dealing with the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same problems over and over.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Developers feel the impact of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their work.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A feature is only “done” when it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works well in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54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erson holding a puzzle piece">
            <a:extLst>
              <a:ext uri="{FF2B5EF4-FFF2-40B4-BE49-F238E27FC236}">
                <a16:creationId xmlns:a16="http://schemas.microsoft.com/office/drawing/2014/main" id="{05E04364-1FE8-1A8C-1E71-5B685A02E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78" r="25853" b="-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4705C-D1F1-9A15-6C7D-C74F63EF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Best Practice: Share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ADEB-C8F5-32C3-C4B2-AC6527763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Everyone who works on the code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should be on call.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Helps avoid blame between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teams.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Teams balance new features with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fixing issues.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Leads to better, more reliable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systems.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b="1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Source: Google SRE Workbook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922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" name="Picture 56" descr="Drawings on colorful paper">
            <a:extLst>
              <a:ext uri="{FF2B5EF4-FFF2-40B4-BE49-F238E27FC236}">
                <a16:creationId xmlns:a16="http://schemas.microsoft.com/office/drawing/2014/main" id="{A71F8B51-7DDB-D372-97E1-2742DBB7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41" r="36498" b="-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3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BFD8C-E561-EE96-037F-DD160CEF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Best Practice: Clear Rules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CCA04D-930F-D740-7F3E-6038E0AED1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7048" y="1868487"/>
            <a:ext cx="5721484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Set clear response times.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Give people runbooks or guides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 what to do.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Make schedules fair and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predictable.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Rotate often to avoid stress.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Source: PagerDuty On-Call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7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Work tools and supplies">
            <a:extLst>
              <a:ext uri="{FF2B5EF4-FFF2-40B4-BE49-F238E27FC236}">
                <a16:creationId xmlns:a16="http://schemas.microsoft.com/office/drawing/2014/main" id="{B4F49AC0-A0BC-5301-FBB4-21336C9EDB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72" r="29567" b="-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B8589-590C-5458-44AF-9EF242C4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Best Practice: Good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7E65-A6C4-5C6A-E886-76D0F4759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 tools like PagerDuty,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Opsgenie</a:t>
            </a:r>
            <a:r>
              <a:rPr lang="en-US" altLang="en-US" dirty="0">
                <a:latin typeface="Arial" panose="020B0604020202020204" pitchFamily="34" charset="0"/>
              </a:rPr>
              <a:t>, or </a:t>
            </a:r>
            <a:r>
              <a:rPr lang="en-US" altLang="en-US" dirty="0" err="1">
                <a:latin typeface="Arial" panose="020B0604020202020204" pitchFamily="34" charset="0"/>
              </a:rPr>
              <a:t>VictorOps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Cut down on unnecessary alerts.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Watch important metrics like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CPU, memory, or errors.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Send alerts right away when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something breaks.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56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wo telephones communicating">
            <a:extLst>
              <a:ext uri="{FF2B5EF4-FFF2-40B4-BE49-F238E27FC236}">
                <a16:creationId xmlns:a16="http://schemas.microsoft.com/office/drawing/2014/main" id="{90F9E419-F1D1-A1B3-1655-8767DA5F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95" r="28304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FB4C3-0553-B473-09D7-9E6D723DE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How to Make On-Call Easier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6475-0D63-952B-C8AD-3A4FD3716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Fix problems that keep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happening.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Do “blameless” reviews after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incidents.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Use automation to prevent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repeat issues.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Make sure people get rest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between shifts.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85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 descr="Pins and thread forming a heptagon">
            <a:extLst>
              <a:ext uri="{FF2B5EF4-FFF2-40B4-BE49-F238E27FC236}">
                <a16:creationId xmlns:a16="http://schemas.microsoft.com/office/drawing/2014/main" id="{DE6826C7-2269-FE56-66C9-78B7D50F9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54" r="29685" b="-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3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3401F-F6CF-8D8C-0B87-9815F2F4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Benefits of Shared On-Call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E69EE1-1516-55E6-D67B-1AF266A382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7048" y="1868487"/>
            <a:ext cx="5721484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Faster response and fixes.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Better teamwork between Dev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and Ops.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Happier customers.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Teams learn more about how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their systems behave.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Higher-quality software overall.</a:t>
            </a:r>
          </a:p>
        </p:txBody>
      </p:sp>
    </p:spTree>
    <p:extLst>
      <p:ext uri="{BB962C8B-B14F-4D97-AF65-F5344CB8AC3E}">
        <p14:creationId xmlns:p14="http://schemas.microsoft.com/office/powerpoint/2010/main" val="470613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 descr="A 3D pattern of ring shapes connected by lines">
            <a:extLst>
              <a:ext uri="{FF2B5EF4-FFF2-40B4-BE49-F238E27FC236}">
                <a16:creationId xmlns:a16="http://schemas.microsoft.com/office/drawing/2014/main" id="{81724EE9-800B-17B1-10F1-7C4314A42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26" r="46448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3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C491D-24BE-97BB-BD25-AA6C3D9B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26669A-2227-83E2-BC3F-0902F8B0AD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7048" y="1868487"/>
            <a:ext cx="5721484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Pager rotation is a key DevOps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practice.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Sharing on-call duty makes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systems more reliable.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Companies like Google and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Facebook use this model.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When developers help fix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issues, everyone wins.</a:t>
            </a:r>
          </a:p>
        </p:txBody>
      </p:sp>
    </p:spTree>
    <p:extLst>
      <p:ext uri="{BB962C8B-B14F-4D97-AF65-F5344CB8AC3E}">
        <p14:creationId xmlns:p14="http://schemas.microsoft.com/office/powerpoint/2010/main" val="2326049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ush pins laying down with one standing up">
            <a:extLst>
              <a:ext uri="{FF2B5EF4-FFF2-40B4-BE49-F238E27FC236}">
                <a16:creationId xmlns:a16="http://schemas.microsoft.com/office/drawing/2014/main" id="{072F0E68-6219-8D33-9772-C97E7B80F6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12" r="32107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0B4C9-0582-A8DC-4F31-E8A38917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A45E-6C77-AE1F-B5F4-A1BFD154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“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On-Call Rotations and Schedules.” Pager Duty. 2025.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https://www.pagerduty.com/resources/incident-management-response/learn/call-rotations-schedules/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Cook, Ollie. “What it Means Being On-Call?.” DevOps On-Call. 2018.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https://sre.google/workbook/on-call/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Kim, Gene et al.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The DevOps Handbook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73687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492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Aharoni</vt:lpstr>
      <vt:lpstr>Arial</vt:lpstr>
      <vt:lpstr>Avenir Next LT Pro</vt:lpstr>
      <vt:lpstr>Calibri</vt:lpstr>
      <vt:lpstr>ShapesVTI</vt:lpstr>
      <vt:lpstr>Pager Rotation Duties </vt:lpstr>
      <vt:lpstr>What Is Pager Rotation?</vt:lpstr>
      <vt:lpstr>Why Pager Rotation Matters</vt:lpstr>
      <vt:lpstr>What the Textbook Says</vt:lpstr>
      <vt:lpstr>Best Practice: Share the Work</vt:lpstr>
      <vt:lpstr>Best Practice: Clear Rules</vt:lpstr>
      <vt:lpstr>Best Practice: Good Tools</vt:lpstr>
      <vt:lpstr>How to Make On-Call Easier</vt:lpstr>
      <vt:lpstr>Benefits of Shared On-Call</vt:lpstr>
      <vt:lpstr>Conclusion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Flores</dc:creator>
  <cp:lastModifiedBy>Jose Flores</cp:lastModifiedBy>
  <cp:revision>2</cp:revision>
  <dcterms:created xsi:type="dcterms:W3CDTF">2025-11-27T04:46:43Z</dcterms:created>
  <dcterms:modified xsi:type="dcterms:W3CDTF">2025-11-27T05:46:34Z</dcterms:modified>
</cp:coreProperties>
</file>