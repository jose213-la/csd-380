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3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6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6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73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81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69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1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5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9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4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233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dpointprotector.com/blog/your-ultimate-guide-to-source-code-protection/" TargetMode="External"/><Relationship Id="rId2" Type="http://schemas.openxmlformats.org/officeDocument/2006/relationships/hyperlink" Target="https://get.assembla.com/blog/source-code-securit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30E4C-9E92-FF4A-0751-7622BAF3A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Security Controls in Shared Source Code Repositories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D1D4A-A44D-A729-644F-DED4DB685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Jose Flores</a:t>
            </a:r>
          </a:p>
          <a:p>
            <a:r>
              <a:rPr lang="en-US" dirty="0"/>
              <a:t>12-13-2025</a:t>
            </a:r>
          </a:p>
          <a:p>
            <a:r>
              <a:rPr lang="en-US" dirty="0"/>
              <a:t>Assignment: M-11.2</a:t>
            </a:r>
          </a:p>
        </p:txBody>
      </p:sp>
      <p:pic>
        <p:nvPicPr>
          <p:cNvPr id="4" name="Picture 3" descr="A colorful squares and triangles&#10;&#10;AI-generated content may be incorrect.">
            <a:extLst>
              <a:ext uri="{FF2B5EF4-FFF2-40B4-BE49-F238E27FC236}">
                <a16:creationId xmlns:a16="http://schemas.microsoft.com/office/drawing/2014/main" id="{56169D1B-47EB-115F-D03B-0C86EC6517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46" r="14221" b="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50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4FF372-999E-8ED1-3FEF-3B4A6276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What Are Shared Source Code Repositories?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3B5A661-19DB-AE03-8E73-74A4DF6BB1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Places where teams store, share, and update code (GitHub, GitLab, Bitbucket).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Everyone—Dev, Ops, and Security—uses the same space.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Helps teams reuse tested tools, pipelines, and security libraries.</a:t>
            </a:r>
          </a:p>
        </p:txBody>
      </p:sp>
      <p:pic>
        <p:nvPicPr>
          <p:cNvPr id="8" name="Graphic 7" descr="Table">
            <a:extLst>
              <a:ext uri="{FF2B5EF4-FFF2-40B4-BE49-F238E27FC236}">
                <a16:creationId xmlns:a16="http://schemas.microsoft.com/office/drawing/2014/main" id="{3304E25E-007F-8637-E4C5-120418E5F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54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329AE7-F9E0-57C5-A444-296AFDA9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Why Security Controls Matter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BE53A78-270E-CD19-5738-C114CBC2FE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Repositories often contain sensitive info (configs, pipelines, libraries).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Attackers target source code systems in supply-chain attacks.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Good controls reduce errors and catch unsafe changes early.</a:t>
            </a:r>
          </a:p>
        </p:txBody>
      </p:sp>
      <p:pic>
        <p:nvPicPr>
          <p:cNvPr id="8" name="Graphic 7" descr="Laptop Secure">
            <a:extLst>
              <a:ext uri="{FF2B5EF4-FFF2-40B4-BE49-F238E27FC236}">
                <a16:creationId xmlns:a16="http://schemas.microsoft.com/office/drawing/2014/main" id="{507F3D77-B3BA-5343-6CF3-6EABD5716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88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63F00-49CC-43A0-2CAD-53311BB3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Preventive Controls to Add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1406BDD1-C722-A836-15B2-3587045CFB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Security-approved libraries (encryption, authentication, logging).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Standard templates for safe configurations (TLS, passwords, auditing).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Pre-secured OS packages and base images.</a:t>
            </a:r>
          </a:p>
        </p:txBody>
      </p:sp>
      <p:pic>
        <p:nvPicPr>
          <p:cNvPr id="8" name="Graphic 7" descr="Lock">
            <a:extLst>
              <a:ext uri="{FF2B5EF4-FFF2-40B4-BE49-F238E27FC236}">
                <a16:creationId xmlns:a16="http://schemas.microsoft.com/office/drawing/2014/main" id="{99BE4A56-C826-E212-82AA-18A15E241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195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A8679-2CBD-6371-D76D-3E6FCCEA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Version Control as Security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CCAD1CE-4892-AEAF-984D-7635ABC785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Every change is tracked and reviewable.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Easy to spot suspicious edits or unsafe updates.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Helps teams stay aligned with security standards.</a:t>
            </a:r>
          </a:p>
        </p:txBody>
      </p:sp>
      <p:pic>
        <p:nvPicPr>
          <p:cNvPr id="8" name="Graphic 7" descr="Open Folder">
            <a:extLst>
              <a:ext uri="{FF2B5EF4-FFF2-40B4-BE49-F238E27FC236}">
                <a16:creationId xmlns:a16="http://schemas.microsoft.com/office/drawing/2014/main" id="{AD99703D-A16E-3B96-8BA8-613ADAE8A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69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24A3E-750F-D650-179C-BECBD2A2A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Tools That Help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931C9AE6-E98D-FC8C-A678-6DD933731E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Secrets: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HashiCorp Vault.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Integrity checks: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OSSEC, Tripwire.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Containers: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Cosign for image signing and verification.</a:t>
            </a:r>
          </a:p>
        </p:txBody>
      </p:sp>
      <p:pic>
        <p:nvPicPr>
          <p:cNvPr id="8" name="Graphic 7" descr="Safe">
            <a:extLst>
              <a:ext uri="{FF2B5EF4-FFF2-40B4-BE49-F238E27FC236}">
                <a16:creationId xmlns:a16="http://schemas.microsoft.com/office/drawing/2014/main" id="{B7C072B8-40F5-6DE7-BB05-4D20F00CF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286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8CE96D-0C7C-69FA-9472-D77D3805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Best Practices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2FBF3962-8281-6A2D-5E8D-D2780299CE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Store all approved security libraries in the repo.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branch protection and required reviews.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Automate scanning in CI/CD (GitHub Actions, GitLab CI).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Train developers so they use shared tools correctly.</a:t>
            </a:r>
          </a:p>
        </p:txBody>
      </p:sp>
      <p:pic>
        <p:nvPicPr>
          <p:cNvPr id="8" name="Graphic 7" descr="Books on Shelf">
            <a:extLst>
              <a:ext uri="{FF2B5EF4-FFF2-40B4-BE49-F238E27FC236}">
                <a16:creationId xmlns:a16="http://schemas.microsoft.com/office/drawing/2014/main" id="{8687C714-F389-462E-3CD3-7FC7AD3C2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19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FDB2E-802A-BCBA-3962-98889D77D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Securing Container Builds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56C208DF-F4C2-7D3F-497A-D6BAAD004E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Store base images in a trusted registry.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Sign images and verify their hash before deployment.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Keep standardized and secure base OS/app images.</a:t>
            </a:r>
          </a:p>
        </p:txBody>
      </p:sp>
      <p:pic>
        <p:nvPicPr>
          <p:cNvPr id="8" name="Graphic 7" descr="Phishing">
            <a:extLst>
              <a:ext uri="{FF2B5EF4-FFF2-40B4-BE49-F238E27FC236}">
                <a16:creationId xmlns:a16="http://schemas.microsoft.com/office/drawing/2014/main" id="{5A8EFB6A-3A91-FFEE-4CE8-31D5D42DB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36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419E3-85BE-4B3D-6DF8-FECBE55A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Benefits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E418ED56-B1A3-2E8D-E25E-833C9D5AC5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Consistent security across all apps.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Faster development with fewer last-minute reviews.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Reduced risk of misconfigurations and supply-chain attacks.</a:t>
            </a:r>
          </a:p>
        </p:txBody>
      </p:sp>
      <p:pic>
        <p:nvPicPr>
          <p:cNvPr id="8" name="Graphic 7" descr="Key">
            <a:extLst>
              <a:ext uri="{FF2B5EF4-FFF2-40B4-BE49-F238E27FC236}">
                <a16:creationId xmlns:a16="http://schemas.microsoft.com/office/drawing/2014/main" id="{547E9F0F-DDA6-1B4E-80A7-E5A59628B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403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258F1-BB96-30EF-A38A-9A85AED2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Summary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7549D517-53DC-04A6-398F-9BE9F54BDE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approved tools and libraries,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Track all changes, and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Automate checks in the pipeline.</a:t>
            </a:r>
          </a:p>
        </p:txBody>
      </p:sp>
      <p:pic>
        <p:nvPicPr>
          <p:cNvPr id="8" name="Graphic 7" descr="Gears">
            <a:extLst>
              <a:ext uri="{FF2B5EF4-FFF2-40B4-BE49-F238E27FC236}">
                <a16:creationId xmlns:a16="http://schemas.microsoft.com/office/drawing/2014/main" id="{AB1CDE5A-6CF7-F851-3CA3-AE3789BA1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122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44C8A3-273C-7E5D-E7A4-142B28FB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References: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007E4-BD95-F381-FF43-7A790F6CB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Fernandez, Claudia. “Source Code Security Best Practices” </a:t>
            </a:r>
            <a:r>
              <a:rPr lang="en-US" dirty="0" err="1"/>
              <a:t>Assembla</a:t>
            </a:r>
            <a:r>
              <a:rPr lang="en-US" dirty="0"/>
              <a:t>. 6 April. 2025. </a:t>
            </a:r>
            <a:r>
              <a:rPr lang="en-US" dirty="0">
                <a:hlinkClick r:id="rId2"/>
              </a:rPr>
              <a:t>https://get.assembla.com/blog/source-code-security/</a:t>
            </a:r>
            <a:endParaRPr lang="en-US" dirty="0"/>
          </a:p>
          <a:p>
            <a:r>
              <a:rPr lang="en-US" dirty="0" err="1"/>
              <a:t>Berecki</a:t>
            </a:r>
            <a:r>
              <a:rPr lang="en-US" dirty="0"/>
              <a:t>, Beata. “Best Practices for Source Code Security.” End Point Protector. 8 April. 2022. </a:t>
            </a:r>
            <a:r>
              <a:rPr lang="en-US" dirty="0">
                <a:hlinkClick r:id="rId3"/>
              </a:rPr>
              <a:t>https://www.endpointprotector.com/blog/your-ultimate-guide-to-source-code-protection/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Graphic 6" descr="Open Book">
            <a:extLst>
              <a:ext uri="{FF2B5EF4-FFF2-40B4-BE49-F238E27FC236}">
                <a16:creationId xmlns:a16="http://schemas.microsoft.com/office/drawing/2014/main" id="{AC5A9287-AC38-E6C4-5385-F613D85257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69403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357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Calisto MT</vt:lpstr>
      <vt:lpstr>Univers Condensed</vt:lpstr>
      <vt:lpstr>ChronicleVTI</vt:lpstr>
      <vt:lpstr>Security Controls in Shared Source Code Repositories</vt:lpstr>
      <vt:lpstr>What Are Shared Source Code Repositories?</vt:lpstr>
      <vt:lpstr>Why Security Controls Matter</vt:lpstr>
      <vt:lpstr>Preventive Controls to Add</vt:lpstr>
      <vt:lpstr>Version Control as Security</vt:lpstr>
      <vt:lpstr>Tools That Help</vt:lpstr>
      <vt:lpstr>Best Practices</vt:lpstr>
      <vt:lpstr>Securing Container Builds</vt:lpstr>
      <vt:lpstr>Benefits</vt:lpstr>
      <vt:lpstr>Summary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Flores</dc:creator>
  <cp:lastModifiedBy>Jose Flores</cp:lastModifiedBy>
  <cp:revision>1</cp:revision>
  <dcterms:created xsi:type="dcterms:W3CDTF">2025-12-10T08:36:45Z</dcterms:created>
  <dcterms:modified xsi:type="dcterms:W3CDTF">2025-12-10T09:02:30Z</dcterms:modified>
</cp:coreProperties>
</file>